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75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TRAE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The Real AI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AI原生集成开发环境 · 提升编程效率与质量</a:t>
            </a:r>
          </a:p>
          <a:p>
            <a:r>
              <a:t>字节跳动推出 · 国内首个AI 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什么是TRAE？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The Real AI Engineer — 真正的AI工程师</a:t>
            </a:r>
          </a:p>
          <a:p>
            <a:r>
              <a:t>TRAE是由字节跳动推出的国内首个AI原生集成开发环境（AI IDE），旨在通过AI技术提升开发者的编程效率和质量。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4114800" cy="146304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🎯 核心定位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能听懂你说话并快速完成代码开发实现的AI助手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926080"/>
            <a:ext cx="4114800" cy="146304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30175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📅 发布时间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3832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国内版于2025年3月3日正式发布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4114800" cy="146304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🤖 模型支持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搭载豆包1.5 Pro，支持切换满血版DeepSeek R1&amp;V3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572000"/>
            <a:ext cx="4114800" cy="146304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4663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🌐 官网地址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2920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国内版：https://www.trae.com.cn/</a:t>
            </a:r>
          </a:p>
          <a:p>
            <a:r>
              <a:t>国际版：https://www.trae.ai/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TRAE面向的用户群体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💻 专业开发者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提供智能代码补全、Bug修复、代码优化等高级功能，帮助提升编码效率和质量。适用于Web应用开发、工具类应用构建、游戏开发等场景。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4114800" cy="155448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🎨 非技术背景用户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通过自然语言交互和Builder模式，无需编程基础即可快速实现项目原型，如定制化游戏、日程管理工具等。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4114800" cy="155448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🇨🇳 中文开发者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国内版专为中国开发者优化，提供完整的中文界面、代码注释支持，内置豆包1.5 Pro和DeepSeek R1/V3等本地化模型。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108960"/>
            <a:ext cx="4114800" cy="155448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🌍 海外开发者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国际版支持英文界面，集成全球主流模型（如GPT-4o），同时兼容中文输入，满足跨语言开发需求。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932" y="4860460"/>
            <a:ext cx="8229600" cy="146304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0150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rPr dirty="0"/>
              <a:t>👥 </a:t>
            </a:r>
            <a:r>
              <a:rPr dirty="0" err="1"/>
              <a:t>开发团队与初创企业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28692" y="55919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rPr dirty="0" err="1"/>
              <a:t>动态协作功能和项目管理工具支持多任务并行处理，帮助团队高效协作，缩短项目周期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核心功能亮点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1️⃣ 动态协作与AI交互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Builder模式：通过自然语言描述需求，AI自动生成完整项目框架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Chat模式：支持实时问答、代码解释、错误修复，提供多模态交互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2️⃣ 智能化编码支持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实时代码补全与优化：基于上下文分析，预测并补全代码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代码片段生成：通过自然语言指令生成跨文件的项目级代码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3️⃣ 多模态与跨平台能力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支持图片上传生成代码（如设计草图转前端页面）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IDE内直接预览Web页面效果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目前支持macOS，Windows版本正在开发中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核心功能亮点（续）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4️⃣ 集成主流AI模型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内置免费模型（豆包1.5 Pro、DeepSeek R1/V3）及国际模型（GPT-4o、Claude-3.5），用户可灵活切换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5️⃣ 开发环境无缝迁移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支持从VS Code或Cursor导入配置、插件及快捷键，降低切换成本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2743200" cy="1005840"/>
          </a:xfrm>
          <a:prstGeom prst="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高效协作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动态协作功能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840480"/>
            <a:ext cx="2743200" cy="1005840"/>
          </a:xfrm>
          <a:prstGeom prst="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3931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931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智能补全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97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上下文感知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2743200" cy="1005840"/>
          </a:xfrm>
          <a:prstGeom prst="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3931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🖼️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931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多模态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图片转代码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2743200" cy="1005840"/>
          </a:xfrm>
          <a:prstGeom prst="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20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多模型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灵活切换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029200"/>
            <a:ext cx="2743200" cy="1005840"/>
          </a:xfrm>
          <a:prstGeom prst="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0" y="5120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120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无缝迁移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486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配置导入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029200"/>
            <a:ext cx="2743200" cy="1005840"/>
          </a:xfrm>
          <a:prstGeom prst="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5120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120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跨平台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486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多系统支持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重要插件介绍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TRAE支持丰富的插件生态，以下是几个核心插件：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🛠️ 代码生成插件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基于AI的智能代码生成，支持多种编程语言，可根据自然语言描述生成完整代码结构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9202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🔍 代码分析插件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自动分析代码质量，检测潜在问题，提供优化建议，提升代码可维护性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📦 依赖管理插件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智能识别项目依赖，自动添加缺失依赖，更新过时依赖，确保项目环境稳定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38328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🌐 版本控制插件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集成Git等版本控制系统，提供可视化操作界面，简化代码管理流程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🧪 测试生成插件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自动生成单元测试代码，提高测试覆盖率，确保代码质量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84632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9377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🎨 UI设计插件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0352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支持从设计稿生成前端代码，实现设计与开发的无缝衔接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插件详细介绍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TRAE支持多种实用插件，以下是几个重点推荐：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📄 1. Mintlify 代码转换文档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将代码自动转换为文档，生成清晰的API文档和使用说明，提高代码可维护性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9202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📋 2. Kimi 长文档提炼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快速总结长文档内容，提取重点信息，生成摘要，提高阅读效率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🐛 3. DeepSeek 调试分析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自动分析代码错误，查找Bug原因，提供修复建议，加速调试过程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38328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❌ 4. CodeWhisperer (Amazon)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注意：此插件目前不可用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82296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💡 5. Tabnine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智能代码补全插件，需购买使用，提供高级代码预测功能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Skills技能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rPr dirty="0" err="1"/>
              <a:t>TRAE的Skills功能允许用户创建和使用自定义技能，扩展IDE的能力</a:t>
            </a:r>
            <a:r>
              <a:rPr dirty="0"/>
              <a:t>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🛠️ 创建技能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749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rPr dirty="0" err="1"/>
              <a:t>通过</a:t>
            </a:r>
            <a:r>
              <a:rPr lang="en-US" dirty="0" err="1"/>
              <a:t>SOLO</a:t>
            </a:r>
            <a:r>
              <a:rPr dirty="0" err="1"/>
              <a:t>模式或手动编写代码，创建自定义技能，实现特定功能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846320" y="19202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📦 技能管理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在技能中心管理已创建的技能，包括启用、禁用、编辑和删除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🔄 技能调用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在对话中显式调用或者对话会自动根据描述调用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38328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🌐 技能共享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将创建的技能分享给团队成员，实现协作开发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82296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💡 技能示例pptx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代码格式化、文档生成、测试用例创建、代码重构等实用技能</a:t>
            </a:r>
          </a:p>
          <a:p>
            <a:r>
              <a:t>参考：https://github.com/anthropics/skills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典型应用场景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🌐 Web应用开发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快速生成前后端代码，实现图片上传、数据压缩等功能，并提供界面设计建议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🔧 工具类应用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如图片处理工具、格式转换器等，通过自然语言指令完成核心逻辑开发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🎮 游戏开发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生成贪吃蛇、汉诺塔等小游戏代码，自动处理界面绘制与交互逻辑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834640"/>
            <a:ext cx="41148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29260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💻 日常编程辅助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9184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解释代码含义、优化结构、添加注释，或修复复杂Bug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8229600" cy="12801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📚 教育与学习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非技术用户可通过TRAE快速运行开源项目，理解代码逻辑（如翻译界面、添加功能）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集成的AI模型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🇨🇳 国内版模型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74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支持满血版推理能力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豆包1.5 Pro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8288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DeepSeek 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18288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DeepSeek V3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371600"/>
            <a:ext cx="4114800" cy="18288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4630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🌍 国际版模型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374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支持Chat模式、Builder模式、图片理解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828800"/>
            <a:ext cx="18288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874519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GPT-4o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148840"/>
            <a:ext cx="18288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219456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Claude-3.5-Sonnet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468880"/>
            <a:ext cx="18288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5146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Claude-3.7-Sonnet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📋 实操案例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8229600" cy="1005840"/>
          </a:xfrm>
          <a:prstGeom prst="rect">
            <a:avLst/>
          </a:prstGeom>
          <a:solidFill>
            <a:srgbClr val="F9F9F9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案例一：井字棋游戏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使用GLM-4.7，完成"井字棋"游戏的代码生成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8229600" cy="1005840"/>
          </a:xfrm>
          <a:prstGeom prst="rect">
            <a:avLst/>
          </a:prstGeom>
          <a:solidFill>
            <a:srgbClr val="F9F9F9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案例二：俄罗斯方块游戏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通过SOLO模式输入需求，自动生成包含7种经典形状、颜色区分、键盘控制的完整游戏代码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TRAE作为国内首个AI原生集成开发环境，通过以下核心优势为开发者赋能：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智能化：AI驱动的代码生成、补全、优化和调试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易用性：自然语言交互，降低编程门槛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多模态：支持文字、图片等多种输入方式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灵活性：多模型支持，满足不同需求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▸ 协作性：团队协作功能，提升开发效率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🚀 开始使用TRAE，开启AI编程新时代！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国内版：https://www.trae.com.cn/</a:t>
            </a:r>
          </a:p>
          <a:p>
            <a:r>
              <a:t>国际版：https://www.trae.ai/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615</Words>
  <Application>Microsoft Office PowerPoint</Application>
  <PresentationFormat>全屏显示(4:3)</PresentationFormat>
  <Paragraphs>137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Hui Zeng 曾辉</cp:lastModifiedBy>
  <cp:revision>3</cp:revision>
  <dcterms:created xsi:type="dcterms:W3CDTF">2013-01-27T09:14:16Z</dcterms:created>
  <dcterms:modified xsi:type="dcterms:W3CDTF">2026-03-23T05:33:53Z</dcterms:modified>
  <cp:category/>
</cp:coreProperties>
</file>